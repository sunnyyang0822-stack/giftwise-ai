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GiftWise 解决的是青年送礼时的决策困难：不是缺点子，而是缺依据、怕送错、拿不准分寸。我们的产品关系优先级里，恋人和追求对象最高。做出来的真实成果是：一套独立于模型的确定性校验器、三个层级的测试真实通过、一个本地可运行的校验 API，以及真实 Dify 沙箱里跑通的 Code 节点。需要先讲清楚：完整业务工作流和模型调用还没有实现，后面我会明确列出。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痛点里最核心的是分寸：给追求对象送礼，表达太强会造成压力，太弱又显得敷衍，而这恰恰是模型最容易搞错的地方。所以我们把成功标准定成可验证的九条，而不是「体验好」。目前规则层和模拟层已经满足其中四条，涉及真实模型与页面验收的部分还没做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我们的核心判断是：模型可以给建议，但不能给自己打分。所以预算、禁忌、时间这些硬约束全部交给独立的 Python 代码，而且这份规则只有一份真源，同时喂给 Dify 的 Code 节点和本地 API。第二个决定是让用户在中途做选择，选完才生成包装和贺卡。第三个是把可信状态放在服务端。反过来，我们没有上微服务和 K8s，因为目前没有任何负载数据支持那种复杂度。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左半部分是 Agent 链路：生成、独立校验、分支、最多一次修订、重检、报告，然后在用户选择之后进入四段呈现。右半部分是架构：同一份 Python 规则同时供 Dify Code 节点和 deploy 的 API 使用。请特别注意这张图的图例：实线是我们已经实现和核实过的，虚线是目标设计。也就是说，链路上真正在真实 Dify 沙箱里跑过的只有 Code 校验节点，整个 N1 到 N7 还没有接线，草稿也没有发布。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这一页分成两栏，左边是我们真正跑出来的证据，右边是我们还没有做到的。已核实的是三个测试套件的真实数字、真实 Dify 沙箱里 Code 节点的成功执行且零 Token、本地校验 API 的运行，以及两类失败路径不会伪装成通过。没有做到的是：完整工作流没接线、模型一次都没调用过、没有任何真实商品数据、云端没有部署。这些数字全部可以在仓库里复现。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工程化上有两点值得说。第一是复现：我们整个项目没有第三方依赖，Python 只用标准库，前端只用 Node 内置模块，评委拿到的仓库直接就能跑，而且生成物带哈希清单，健康检查会返回规则源码的哈希，可以确认现场跑的就是提交的那一版。第二是异常处理：模型输出的 JSON 坏掉、超预算、禁忌、未选择就请求呈现，这些路径我们都实测过，原则是失败就是失败，不会伪装成通过。同时我也要说明一个缺口：Dify 租户没有开启 trace 采集，所以我们拿不到平台级的调用轨迹。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成本这一页我尽量只讲有数据支撑的：模型调用是零次，token 是零，因为供应商还没有授权。业务延迟和调用成本我们没有实测数据，所以记成「未测量」，而不是填零。结构上我们做了省钱的设计：规则不花 token，选之前不生成三份详细方案，修订全局只有一次。真正的瓶颈会是模型质量和延迟，不是规则层。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总结一下：我们完成了需求与契约冻结、确定性校验器和三层真实测试，也在真实 Dify 沙箱里验证了规则可以跑在云端，并且做到了失败不伪装成功。没有完成的是最关键的最后一公里：模型还没授权，所以真实生成和修订一次都没跑过；工作流没有接线；前端还没验收；也没有真实商品数据。下一步最优先的就是拿到模型授权，把真实的三候选和一次修订跑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① 项目概述：解决什么问题，最终做出了什么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GiftWise AI · 青年送礼决策 Agent · 赛道 B（AI Application）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1">
                <a:solidFill>
                  <a:srgbClr val="1A202C"/>
                </a:solidFill>
              </a:rPr>
              <a:t>• 一句话：把「不知道送什么」变成「知道为什么选、以及怎么送」。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202C"/>
                </a:solidFill>
              </a:rPr>
              <a:t>• 目标用户：初入社会的青年。关系优先级：恋人、追求对象（最高）→ 朋友 → 其他。</a:t>
            </a:r>
          </a:p>
          <a:p>
            <a:pPr>
              <a:spcAft>
                <a:spcPts val="500"/>
              </a:spcAft>
            </a:pPr>
            <a:r>
              <a:rPr sz="1350" b="0">
                <a:solidFill>
                  <a:srgbClr val="1A202C"/>
                </a:solidFill>
              </a:rPr>
              <a:t>• 产品主张：给出可核对的决定过程（三方向 → 独立校验 → 用户自己选 → 选完才生成怎么送），不是礼物点子清单。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761488"/>
            <a:ext cx="5440680" cy="3200400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0E7C4F"/>
                </a:solidFill>
              </a:rPr>
              <a:t>E 已做出（有真实证据）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确定性规则校验器（纯 Python 标准库）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46 项探针 / 322 项单测 / 39 项阶段 C 全部通过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真实 Dify Cloud 沙箱 Code 节点执行成功，0 Tokens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deploy/server.py 本地可运行的校验 API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中文接入层页面可运行（模拟数据，明确标注）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761488"/>
            <a:ext cx="5440680" cy="3200400"/>
          </a:xfrm>
          <a:prstGeom prst="rect">
            <a:avLst/>
          </a:prstGeom>
          <a:solidFill>
            <a:srgbClr val="F2F5FA"/>
          </a:solidFill>
          <a:ln w="15875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B42828"/>
                </a:solidFill>
              </a:rPr>
              <a:t>P 未完成（现场如实说明）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完整业务工作流未接线（草稿仅 2 节点 1 边、无结束节点）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Dify 草稿未发布；模型调用 0 次、0 Tokens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无真实商品价格 / 库存 / 物流数据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202C"/>
                </a:solidFill>
              </a:rPr>
              <a:t>前端未交付验收；云端未部署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版本：本地 HEAD 89d6624（工作区有未提交改动）｜提交截止 2026-11-01 10:30｜汇报 5 分钟 / Demo 3 分钟 / 问答 7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② 问题与目标（含成功标准）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痛点 P-1…P-5 ｜ 硬性需求：追求对象 ≠ 恋人 ｜ 成功标准 SC-1…SC-9（已冻结、可验证）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50" b="0">
                <a:solidFill>
                  <a:srgbClr val="1A202C"/>
                </a:solidFill>
              </a:rPr>
              <a:t>• P-1 不知道送什么；P-2 怕选错造成尴尬/误解；P-3 关系表达过强或过弱；P-4 预算、时间与明确禁忌冲突；P-5 包装等新增成本是否仍可控。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B42828"/>
                </a:solidFill>
              </a:rPr>
              <a:t>• 关键难点：模型说的话无法自证 —— 硬约束必须由独立代码判定。</a:t>
            </a:r>
          </a:p>
          <a:p>
            <a:pPr>
              <a:spcAft>
                <a:spcPts val="500"/>
              </a:spcAft>
            </a:pPr>
            <a:r>
              <a:rPr sz="1350" b="1">
                <a:solidFill>
                  <a:srgbClr val="B42828"/>
                </a:solidFill>
              </a:rPr>
              <a:t>• 硬性需求：追求关系不假定已接受、不假定双向好感；文案默认低压力，不制造回应压力。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697480"/>
          <a:ext cx="111556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5669280"/>
                <a:gridCol w="4572000"/>
              </a:tblGrid>
              <a:tr h="32004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编号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成功标准（摘要）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当前状态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预算上限与最终可用天数被明确确认，无静默补值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P 部分（规则层已实现，页面未验收）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SC-2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恰好三个不同候选，分离事实 / 推断 / 未知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P 仅 mock 固定样例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规则校验独立于模型，失败项不可选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E 离线与 mock 层已实现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SC-4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恋人与追求对象使用不同文案；不默认告白 / 承诺关系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E mock 层实测差异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选择前不生成任何详细包装 / 贺卡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E mock 层实测拒绝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SC-6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选择后按固定四段呈现，并复核费用 / 时间 / 禁忌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E mock 层实测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跨阶段自动修订合计 ≤ 1 次，且前端不可篡改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E 离线 / mock 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SC-8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中文状态完备（加载 / 空 / 错误 / 超时 / 无可选 / 未选择）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P 未逐项验收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20040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SC-9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所有失败路径不伪装为完成，保留可解释原因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202C"/>
                          </a:solidFill>
                        </a:rPr>
                        <a:t>E 超预算与损坏 JSON 实测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目标而非已达成：约 60 秒完成初始输入 —— 无真实用户测量。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③ 整体方案与选型理由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三个关键设计决定 + 技术取舍（含替代方案与代价）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11880" cy="214884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决定 1｜生成与判定分离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模型只负责「有依据的方向」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预算 / 币种 / 禁忌 / 必填 / 准备时间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由独立 Python 代码判定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9392" y="1325880"/>
            <a:ext cx="3611880" cy="214884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决定 2｜用户选择在中间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未选择前不生成任何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详细包装 / 贺卡 / 赠送设计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避免浪费输出 token 与诱导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325880"/>
            <a:ext cx="3611880" cy="214884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决定 3｜状态在服务端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浏览器只提交输入与选择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不信任前端 passed 标记</a:t>
            </a:r>
          </a:p>
          <a:p>
            <a:pPr>
              <a:spcAft>
                <a:spcPts val="300"/>
              </a:spcAft>
            </a:pPr>
            <a:r>
              <a:rPr sz="1150">
                <a:solidFill>
                  <a:srgbClr val="1A202C"/>
                </a:solidFill>
              </a:rPr>
              <a:t>修订计数由服务端持有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703320"/>
          <a:ext cx="11155678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4387"/>
                <a:gridCol w="2059510"/>
                <a:gridCol w="3604142"/>
                <a:gridCol w="2917639"/>
              </a:tblGrid>
              <a:tr h="37338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技术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用途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选它的理由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代价 / 替代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Python 3.12（纯标准库）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确定性规则校验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零第三方依赖，评委可二次复验；可离线跑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需自行实现规则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Dify Cloud 1.18.0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模型编排 + Code 节点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平台承担编排、节点调度与沙箱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平台耦合；沙箱能力需实测（已实测）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Node.js（零依赖）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中文页面 + 薄接入层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无需构建工具链，本地即可演示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无框架，UI 规模受限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Docker（未构建）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可复现打包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便于交付与复验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仅在赛题强制或确有需要时采用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37338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UCloud（未部署）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托管校验 API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满足「可访问入口」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未开通、未付费；资源未知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明确不做：不上微服务、不上 K8s、不引数据库 —— 当前负载与状态量没有任何证据支持这些复杂度（评分规则要求「能解释取舍」）。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④ 核心实现：Agent 链路 + 云原生架构（架构图）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架构图实线 = 已实现 / 已核实；虚线 = 目标设计 / 未完成</a:t>
            </a:r>
          </a:p>
        </p:txBody>
      </p:sp>
      <p:pic>
        <p:nvPicPr>
          <p:cNvPr id="5" name="Picture 4" descr="架构图-GiftW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25880"/>
            <a:ext cx="7141945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555480" y="1371600"/>
            <a:ext cx="2240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1A202C"/>
                </a:solidFill>
              </a:rPr>
              <a:t>• Agent 链路 N1–N7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N1 输入 → N2 生成 3 候选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N3 Code 独立校验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N4 分支 → N5 修订 1 次 → N6 重检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N7 报告 → 用户选择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呈现：配色→包装→贺卡→赠送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0E7C4F"/>
                </a:solidFill>
              </a:rPr>
              <a:t>• E 已实现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规则真源 validator/rules.py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生成 Code 节点源码 + 哈希清单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真实沙箱跑通（0 Tokens）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接入层 mock 链路完整</a:t>
            </a:r>
          </a:p>
          <a:p>
            <a:pPr>
              <a:spcAft>
                <a:spcPts val="500"/>
              </a:spcAft>
            </a:pPr>
            <a:r>
              <a:rPr sz="1050" b="1">
                <a:solidFill>
                  <a:srgbClr val="B42828"/>
                </a:solidFill>
              </a:rPr>
              <a:t>• P 未完成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N1–N7 未接线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草稿 2 节点 1 边、无结束节点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草稿未发布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模型从未被调用</a:t>
            </a:r>
          </a:p>
          <a:p>
            <a:pPr lvl="1">
              <a:spcAft>
                <a:spcPts val="500"/>
              </a:spcAft>
            </a:pPr>
            <a:r>
              <a:rPr sz="900" b="0">
                <a:solidFill>
                  <a:srgbClr val="1A202C"/>
                </a:solidFill>
              </a:rPr>
              <a:t>– Docker / 云部署未做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架构图：docs/competition/架构图-GiftWise.png（赛道 B 必交项）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⑤ 结果与证据（已核实 / 未核实分开）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本页只放已有真实证据；未完成的写明「P 未完成」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553212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0E7C4F"/>
                </a:solidFill>
              </a:rPr>
              <a:t>E 已核实（有真实记录，可现场复现）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E1 单元测试：Ran 322 tests / OK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E2 阶段 C 独立套件：Ran 39 tests / OK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E3 46 项探针：46 passed; 0 failed; model calls: 0; cloud verified: false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E4 真实 Dify Cloud 沙箱 Code 节点：成功、compatible: true、0 Tokens、tool_published: false（未发布）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E5 校验 API 本地运行：/healthz 200，rules_source_sha256 = 4782255b…（与提交版本一致）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E6 失败不伪装为完成：超预算 → OVER_BUDGET、all_passed=false；损坏 JSON → 失败、无可选项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E7 追求对象与恋人文案实测不同：追求对象不用玫瑰、「别有负担」、「不暗示双方已确定关系」；恋人可表达亲密、允许花材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E8 前端接入层开发自测：pass 40 / fail 0；JS↔Python 语义比对 55 组、0 处差异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325880"/>
            <a:ext cx="539496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B42828"/>
                </a:solidFill>
              </a:rPr>
              <a:t>P 未核实（现场必须说「没有」）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P1 完整业务工作流端到端运行（草稿 2 节点 1 边、无结束节点、未接线）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P2 真实模型调用：0 次、0 Tokens（供应商未授权）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P3 真实三候选 / 真实一次修订轨迹 / 真实持续失败路径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P4 业务延迟、Token 用量、调用成本：无实测（探针 0.079–0.462s 抖动，不可当业务延迟）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P5 真实商品价格、库存、物流：完全没有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P6 前端正式验收（WEB-001）：属在飞工作，未交付验收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P7 云部署：未部署（CLOUD-001 未开始）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P8 约 60 秒输入目标：无真实用户测量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证据位置：docs/test-reports/stage-c/、workflow/evidence/WF-002-2026-10-30.md、README.md 复现命令总表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⑥ 工程化设计（复现、异常处理、可靠性、可观测性）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零第三方依赖 + 哈希可追溯 + 失败不伪装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1188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0E7C4F"/>
                </a:solidFill>
              </a:rPr>
              <a:t>复现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零第三方依赖：validator/ workflow/ deploy/ 仅 Python 标准库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web/ 仅 Node 内置模块（dependencies 为空）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无需 pip install / npm install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生成物带 sources_sha256 / artifacts_sha256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哈希与实际文件逐一匹配（无 STALE）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/healthz 返回规则源码哈希，可确认现场版本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提交材料含版本快照 / commit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P 未完成：Docker 未构建、未做云部署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9392" y="1325880"/>
            <a:ext cx="361188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2563EB"/>
                </a:solidFill>
              </a:rPr>
              <a:t>异常处理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模型输出非法 JSON：判为可修订 → 最多一次 → 仍失败如实失败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硬约束不满足：失败项不可选，可选项由 selectable_candidate_ids 决定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修订额度用尽：保留真实失败结果并提示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未选择就请求呈现：INVALID_SELECTION，不替用户选择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伪造 / 越界候选：服务端按运行 ID + 候选版本校验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工具失败 / 超时：中文提示，不做重试风暴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P 未完成：异常处理说明未独立成文（G-3）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325880"/>
            <a:ext cx="361188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D97706"/>
                </a:solidFill>
              </a:rPr>
              <a:t>可靠性与可观测性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服务端持有：运行 ID、候选版本、两次校验输出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全局修订计数、错误码、调用计数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模型调用次数记 model_calls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成本缺数据记 not_measured，不填 0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Dify 自动保存延迟风险已记录：以服务端实读为准，不以界面显示为证据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/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P 缺口：Dify 租户未启用 trace 采集（not_collected），无平台级调用轨迹（G-2）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异常处理与可观测性是赛道 B 的独立材料要求（评分规则 1.2）；本页同时列出已实现项与缺口。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⑦ 成本、性能与取舍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只讲有数据支撑的；没有数据就记「未测量」，不填 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25880"/>
          <a:ext cx="576071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0822"/>
                <a:gridCol w="1593390"/>
                <a:gridCol w="2696507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项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实测值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模型调用次数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全程未调用模型（供应商未授权）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Token 用量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0 Tokens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真实 Dify 沙箱 Code 节点运行结果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端到端业务延迟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无实测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探针 0.079/0.094/0.462s 为无模型抖动值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调用成本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not_measured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无计费即无费率依据，缺数据记未知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本地测试耗时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322 项 0.163s；39 项 0.126s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固定快照、离线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云资源消耗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无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>
                          <a:solidFill>
                            <a:srgbClr val="1A202C"/>
                          </a:solidFill>
                        </a:rPr>
                        <a:t>未部署、未开通、未付费</a:t>
                      </a:r>
                    </a:p>
                  </a:txBody>
                  <a:tcPr>
                    <a:solidFill>
                      <a:srgbClr val="F4F7F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37960" y="1325880"/>
            <a:ext cx="5166360" cy="320040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2563EB"/>
                </a:solidFill>
              </a:rPr>
              <a:t>成本结构与瓶颈（估算 ≠ 实测）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主要潜在成本 = 模型调用（平台配额 + token），其次为云主机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省钱设计：确定性规则不消耗 token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省钱设计：未选择前不生成三份详细包装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省钱设计：全局最多一次修订，避免重试放大成本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真正的瓶颈是模型输出质量与延迟，不是规则层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709160"/>
            <a:ext cx="11201400" cy="1600200"/>
          </a:xfrm>
          <a:prstGeom prst="rect">
            <a:avLst/>
          </a:prstGeom>
          <a:solidFill>
            <a:srgbClr val="F2F5FA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D97706"/>
                </a:solidFill>
              </a:rPr>
              <a:t>取舍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自建编排 vs Dify → 用 Dify：省工程量，代价是平台耦合与沙箱限制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微服务 / K8s vs 单体容器 → 暂不引入：无伸缩需求证据；赛题是否强制容器或 K8s 仍待核实</a:t>
            </a:r>
          </a:p>
          <a:p>
            <a:pPr>
              <a:spcAft>
                <a:spcPts val="300"/>
              </a:spcAft>
            </a:pPr>
            <a:r>
              <a:rPr sz="1100">
                <a:solidFill>
                  <a:srgbClr val="1A202C"/>
                </a:solidFill>
              </a:rPr>
              <a:t>实时商品数据 vs 估算 → 明确标注为估算：没有真实数据源，不虚构价格 / 库存 / 物流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成本与性能按阶段记录调用次数、耗时、用量与费率依据；探针耗时不可当作业务延迟。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A202C"/>
                </a:solidFill>
              </a:rPr>
              <a:t>⑧ 总结与不足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89611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06B7C"/>
                </a:solidFill>
              </a:rPr>
              <a:t>已完成（E）｜未解决（P）｜下一步计划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61188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0E7C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0E7C4F"/>
                </a:solidFill>
              </a:rPr>
              <a:t>已完成（E）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需求与契约冻结（阶段 1）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关系枚举含独立 pursuit（追求对象）与 partner（恋人）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确定性校验器 + 三层测试真实通过（46 / 322 / 39）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真实 Dify 沙箱 Code 节点成功（0 Tokens），验证「规则可上云沙箱」这一前置假设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本地校验 API 可运行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中文接入层以明确标注的模拟数据可演示完整交互链路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失败路径不伪装为完成；生成物哈希可追溯</a:t>
            </a:r>
          </a:p>
        </p:txBody>
      </p:sp>
      <p:sp>
        <p:nvSpPr>
          <p:cNvPr id="6" name="Rectangle 5"/>
          <p:cNvSpPr/>
          <p:nvPr/>
        </p:nvSpPr>
        <p:spPr>
          <a:xfrm>
            <a:off x="4279392" y="1325880"/>
            <a:ext cx="361188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B42828"/>
                </a:solidFill>
              </a:rPr>
              <a:t>未解决（P，按优先级）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1 模型授权（OPEN-5）：阻塞真实三候选、真实修订、成本与延迟 —— 最高优先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2 N1–N7 接线与草稿发布：现仅 2 节点 1 边、无结束节点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3 前端交付与验收（WEB-001）：现为在飞工作 + 模拟数据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4 真实商品数据源（OPEN-6）：价格 / 库存 / 物流只能估算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5 可观测性：trace 未启用（G-2）；异常处理说明未成文（G-3）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6 部署归属：deploy/ 无任务单（OPEN-7）；Docker 未构建、UCloud 未部署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5008" y="1325880"/>
            <a:ext cx="3611880" cy="4800600"/>
          </a:xfrm>
          <a:prstGeom prst="rect">
            <a:avLst/>
          </a:prstGeom>
          <a:solidFill>
            <a:srgbClr val="F2F5FA"/>
          </a:solidFill>
          <a:ln w="1587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73152"/>
          <a:lstStyle/>
          <a:p>
            <a:pPr algn="ctr"/>
            <a:r>
              <a:rPr sz="1400" b="1">
                <a:solidFill>
                  <a:srgbClr val="2563EB"/>
                </a:solidFill>
              </a:rPr>
              <a:t>下一步计划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T+1：完成模型供应商授权与额度确认，跑通真实三候选 + 真实一次修订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T+2：接线 N1–N7、补结束节点，沙箱复跑并留证据；前端交付后做 E2E 与中文状态验收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T+3：冻结版本快照、录制备用录屏、排练 3 分钟 Demo</a:t>
            </a:r>
          </a:p>
          <a:p>
            <a:pPr>
              <a:spcAft>
                <a:spcPts val="300"/>
              </a:spcAft>
            </a:pPr>
            <a:r>
              <a:rPr sz="1050">
                <a:solidFill>
                  <a:srgbClr val="1A202C"/>
                </a:solidFill>
              </a:rPr>
              <a:t>T+3：确认赛题是否强制容器 / K8s 后再决定部署方案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11155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06B7C"/>
                </a:solidFill>
              </a:rPr>
              <a:t>截止 2026-11-01 10:30（北京时间）｜现场以真实运行为主，录屏仅作备用/佐证｜现场若使用与提交版本不同的代码/模型/配置，将主动说明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