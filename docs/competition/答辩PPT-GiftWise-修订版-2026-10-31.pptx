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35 秒）</a:t>
            </a:r>
          </a:p>
          <a:p/>
          <a:p>
            <a:r>
              <a:t>各位评委好，我们的项目是 GiftWise，一个帮青年解决「送礼送不对」的决策 Agent。</a:t>
            </a:r>
          </a:p>
          <a:p/>
          <a:p>
            <a:r>
              <a:t>一句话讲清楚它做什么：把「不知道送什么」，变成「知道为什么选、以及怎么送」。</a:t>
            </a:r>
          </a:p>
          <a:p/>
          <a:p>
            <a:r>
              <a:t>右边这一栏我先主动交代：这些是我们没有做到的部分，一共 15 条，第 8 页会把 15 条一条不落地列出来。</a:t>
            </a:r>
          </a:p>
          <a:p/>
          <a:p>
            <a:r>
              <a:t>左边是已经有真实证据的 7 条，每一条都可以当场复核。</a:t>
            </a:r>
          </a:p>
          <a:p/>
          <a:p>
            <a:r>
              <a:t>产品上有一条硬性需求：恋人跟追求对象是两个不同的东西，追求关系不能假定双方已经有恋爱关系。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整个方案围绕三个决定：</a:t>
            </a:r>
          </a:p>
          <a:p/>
          <a:p>
            <a:r>
              <a:t>第一，生成与判定分离。模型只负责生成，硬约束由独立代码判定，模型无权放行。</a:t>
            </a:r>
          </a:p>
          <a:p/>
          <a:p>
            <a:r>
              <a:t>第二，用户选择放在中间。先出恰好 3 个候选，用户选定之后，才生成包装、配色、贺卡和赠送方式。</a:t>
            </a:r>
          </a:p>
          <a:p/>
          <a:p>
            <a:r>
              <a:t>第三，可信状态放服务端。API Key 不进前端。</a:t>
            </a:r>
          </a:p>
          <a:p/>
          <a:p>
            <a:r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/>
          <a:p>
            <a:r>
              <a:t>另外 Dify 的版本号是 1.18.0，我们用 GET /console/api/version 实读，stage C 独立复跑过两次；投影上已注明「仓库已核实」，以 1.18.0 为准。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这一页只放已经有真实证据的东西，7 条。</a:t>
            </a:r>
          </a:p>
          <a:p/>
          <a:p>
            <a:r>
              <a:t>A1，本机探针 46 条、单元测试 329 条通过（四条互不包含套件 329＋275＋39＋45 合计 688；329 仅为第一条）。</a:t>
            </a:r>
          </a:p>
          <a:p/>
          <a:p>
            <a:r>
              <a:t>A2，Dify 真实运行：主批次 10 次模型调用、34,127 tokens；累计 13 次、38,326 tokens。这是两个口径，我分开写。</a:t>
            </a:r>
          </a:p>
          <a:p/>
          <a:p>
            <a:r>
              <a:t>A3，本机 Docker 实测 14 项通过，镜像 178 MB，也就是 169.676 MiB，冷构建 1.720 秒。</a:t>
            </a:r>
          </a:p>
          <a:p/>
          <a:p>
            <a:r>
              <a:t>A4 比较关键：容器里的校验结果跟我们本机逐字节一致，规则哈希也一致。</a:t>
            </a:r>
          </a:p>
          <a:p/>
          <a:p>
            <a:r>
              <a:t>底下两行是另行核实和时点说明：322 条是 10 月 30 日那天的真值，329 是 10 月 31 日复跑的值，两个都对，只是时点不同。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采集已随镜像交付、但只是非默认入口（/metrics 默认 404、未鉴权），采集本身未在交付镜像内实测。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成本这里我强调一个原则：拿不到真实账单的，一律写「未核实」，绝不用估算值充数。</a:t>
            </a:r>
          </a:p>
          <a:p/>
          <a:p>
            <a:r>
              <a:t>左边是真实运行的数据：主批次 10 次模型调用、34,127 tokens；累计 13 次、38,326 tokens。N2 生成 4.5 到 6 秒，N5 修订 3 到 3.1 秒。</a:t>
            </a:r>
          </a:p>
          <a:p/>
          <a:p>
            <a:r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/>
          <a:p>
            <a:r>
              <a:t>下面琥珀色这条是最重要的：DeepSeek 的单价和单任务成本，我们没有从真实账单核实；云端的资源消耗和跨机延迟，没有测量。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50 秒）</a:t>
            </a:r>
          </a:p>
          <a:p/>
          <a:p>
            <a:r>
              <a:t>这一页是整份报告最重要的部分。</a:t>
            </a:r>
          </a:p>
          <a:p/>
          <a:p>
            <a:r>
              <a:t>左边 7 条是已经实测的，是我们真做出来的。</a:t>
            </a:r>
          </a:p>
          <a:p/>
          <a:p>
            <a:r>
              <a:t>右边 15 条是我们没有做到的，一条不省、也一条不美化。</a:t>
            </a:r>
          </a:p>
          <a:p/>
          <a:p>
            <a:r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/>
          <a:p>
            <a:r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/>
          <a:p>
            <a:r>
              <a:t>数据和成本 3 条：价格与库存未核实；单价未从真实账单核实；云端消耗未测量。</a:t>
            </a:r>
          </a:p>
          <a:p/>
          <a:p>
            <a:r>
              <a:t>可观测性与工程 3 条：阶段 14 采集已随镜像交付、但只是非默认入口（/metrics 默认 404、未鉴权），采集本身未在交付镜像内实测；前端已过 100 项真实 Chromium 验收、仍缺真实用户可用性验证；单机有界并发基线已测（c=100 无错 566 rps），云端与跨机并发未测；parity 只是样例级等价。</a:t>
            </a:r>
          </a:p>
          <a:p/>
          <a:p>
            <a:r>
              <a:t>底下一行说明：原来的 17 条里有 2 条已经解除了，所以现存 15 条。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55 秒）</a:t>
            </a:r>
          </a:p>
          <a:p/>
          <a:p>
            <a:r>
              <a:t>这一页我想讲一个真实的缺陷，以及它的完整闭环。</a:t>
            </a:r>
          </a:p>
          <a:p/>
          <a:p>
            <a:r>
              <a:t>我们用半开的方式，只发一半的请求正文。旧镜像 45 秒零响应（观察窗 26 秒）、不关连接，而且不关闭连接。</a:t>
            </a:r>
          </a:p>
          <a:p/>
          <a:p>
            <a:r>
              <a:t>最小脚本能稳定复现。定位下来：读请求体的循环没有总时长预算，慢客户端可以把连接一直占住。</a:t>
            </a:r>
          </a:p>
          <a:p/>
          <a:p>
            <a:r>
              <a:t>修复是加一个读体总时长预算，默认 10 秒，可以用环境变量覆盖，同时改用 read1。</a:t>
            </a:r>
          </a:p>
          <a:p/>
          <a:p>
            <a:r>
              <a:t>实测结果：修复版 10.02 秒返回 408 Request Timeout，并且正确关闭连接。并发 9 条线程，连接数从 1 升到 10，客户端关闭之后 2.5 秒回落到 1。</a:t>
            </a:r>
          </a:p>
          <a:p/>
          <a:p>
            <a:r>
              <a:t>最值得说的是第 7 步：健康检查全程返回 200，而且耗时小于 0.02 秒——它会掩盖这个缺陷。</a:t>
            </a:r>
          </a:p>
          <a:p/>
          <a:p>
            <a:r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交付分支 1927 文件内容冻结 · 提交号以 git ls-remote 为准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失败；并发基线已测 566 rps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只发一半的请求正文，旧镜像 45 秒零响应、观察窗 26 秒、不关连接。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